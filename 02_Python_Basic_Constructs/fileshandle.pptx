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68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5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088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90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57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992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47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66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111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93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70572-3600-4EEF-8CCE-29210A65C81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8AC4F-5829-486C-8257-108BC880E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37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7" name="Picture 3" descr="C:\Users\ramesh\OneDrive\Pictures\Screenshots\Screenshot 2026-04-02 0955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980728"/>
            <a:ext cx="9015412" cy="465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007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ramesh\OneDrive\Pictures\Screenshots\Screenshot 2026-04-02 0955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9029700" cy="467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85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ramesh\OneDrive\Pictures\Screenshots\Screenshot 2026-04-02 0956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3" y="980728"/>
            <a:ext cx="9075737" cy="505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367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ramesh\OneDrive\Pictures\Screenshots\Screenshot 2026-04-02 09563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7620000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58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ramesh\OneDrive\Pictures\Screenshots\Screenshot 2026-04-02 095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6"/>
            <a:ext cx="8969375" cy="494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23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ramesh\OneDrive\Pictures\Screenshots\Screenshot 2026-04-02 09573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9" y="1124744"/>
            <a:ext cx="9099551" cy="451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98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ramesh\OneDrive\Pictures\Screenshots\Screenshot 2026-04-02 09574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908720"/>
            <a:ext cx="9121776" cy="469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63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082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989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</cp:lastModifiedBy>
  <cp:revision>1</cp:revision>
  <dcterms:created xsi:type="dcterms:W3CDTF">2026-04-02T04:52:27Z</dcterms:created>
  <dcterms:modified xsi:type="dcterms:W3CDTF">2026-04-02T04:55:12Z</dcterms:modified>
</cp:coreProperties>
</file>
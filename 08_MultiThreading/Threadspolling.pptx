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469" y="-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653D-3228-47E4-BABE-4481F3C6398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E255E-A7D0-4B77-A6E2-6F8B02E594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725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653D-3228-47E4-BABE-4481F3C6398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E255E-A7D0-4B77-A6E2-6F8B02E594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665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653D-3228-47E4-BABE-4481F3C6398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E255E-A7D0-4B77-A6E2-6F8B02E594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736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653D-3228-47E4-BABE-4481F3C6398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E255E-A7D0-4B77-A6E2-6F8B02E594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558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653D-3228-47E4-BABE-4481F3C6398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E255E-A7D0-4B77-A6E2-6F8B02E594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789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653D-3228-47E4-BABE-4481F3C6398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E255E-A7D0-4B77-A6E2-6F8B02E594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3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653D-3228-47E4-BABE-4481F3C6398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E255E-A7D0-4B77-A6E2-6F8B02E594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56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653D-3228-47E4-BABE-4481F3C6398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E255E-A7D0-4B77-A6E2-6F8B02E594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836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653D-3228-47E4-BABE-4481F3C6398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E255E-A7D0-4B77-A6E2-6F8B02E594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97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653D-3228-47E4-BABE-4481F3C6398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E255E-A7D0-4B77-A6E2-6F8B02E594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99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2653D-3228-47E4-BABE-4481F3C6398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E255E-A7D0-4B77-A6E2-6F8B02E594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374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2653D-3228-47E4-BABE-4481F3C6398C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E255E-A7D0-4B77-A6E2-6F8B02E594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155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C:\Users\ramesh\OneDrive\Pictures\Screenshots\Screenshot 2026-04-10 21253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12776"/>
            <a:ext cx="7785100" cy="438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876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ramesh\OneDrive\Pictures\Screenshots\Screenshot 2026-04-10 21261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052736"/>
            <a:ext cx="7702550" cy="432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61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ramesh\OneDrive\Pictures\Screenshots\Screenshot 2026-04-10 21272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0" y="908720"/>
            <a:ext cx="9061450" cy="5129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6033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ramesh\OneDrive\Pictures\Screenshots\Screenshot 2026-04-10 21281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9" y="764704"/>
            <a:ext cx="9099550" cy="5129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9394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ramesh\OneDrive\Pictures\Screenshots\Screenshot 2026-04-10 21283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80728"/>
            <a:ext cx="8367224" cy="475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3846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ramesh\OneDrive\Pictures\Screenshots\Screenshot 2026-04-10 21293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4" y="1052736"/>
            <a:ext cx="904557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4438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ramesh\OneDrive\Pictures\Screenshots\Screenshot 2026-04-10 2130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38" y="979142"/>
            <a:ext cx="8947823" cy="496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921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</cp:lastModifiedBy>
  <cp:revision>1</cp:revision>
  <dcterms:created xsi:type="dcterms:W3CDTF">2026-04-10T16:08:04Z</dcterms:created>
  <dcterms:modified xsi:type="dcterms:W3CDTF">2026-04-10T16:12:54Z</dcterms:modified>
</cp:coreProperties>
</file>
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54382-4B56-4308-A37D-CCB5350AD6B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0FCC-8A59-418B-9859-8297C49E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329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54382-4B56-4308-A37D-CCB5350AD6B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0FCC-8A59-418B-9859-8297C49E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516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54382-4B56-4308-A37D-CCB5350AD6B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0FCC-8A59-418B-9859-8297C49E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8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54382-4B56-4308-A37D-CCB5350AD6B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0FCC-8A59-418B-9859-8297C49E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124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54382-4B56-4308-A37D-CCB5350AD6B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0FCC-8A59-418B-9859-8297C49E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20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54382-4B56-4308-A37D-CCB5350AD6B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0FCC-8A59-418B-9859-8297C49E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16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54382-4B56-4308-A37D-CCB5350AD6B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0FCC-8A59-418B-9859-8297C49E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407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54382-4B56-4308-A37D-CCB5350AD6B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0FCC-8A59-418B-9859-8297C49E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302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54382-4B56-4308-A37D-CCB5350AD6B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0FCC-8A59-418B-9859-8297C49E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59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54382-4B56-4308-A37D-CCB5350AD6B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0FCC-8A59-418B-9859-8297C49E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206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54382-4B56-4308-A37D-CCB5350AD6B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0FCC-8A59-418B-9859-8297C49E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16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54382-4B56-4308-A37D-CCB5350AD6B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90FCC-8A59-418B-9859-8297C49E1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03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C:\Users\ramesh\OneDrive\Pictures\Screenshots\Screenshot 2026-04-10 17133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6" y="980728"/>
            <a:ext cx="9129713" cy="499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751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ramesh\OneDrive\Pictures\Screenshots\Screenshot 2026-04-10 17153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268760"/>
            <a:ext cx="7740650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05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ramesh\OneDrive\Pictures\Screenshots\Screenshot 2026-04-10 17160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8" y="908720"/>
            <a:ext cx="9029701" cy="505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427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ramesh\OneDrive\Pictures\Screenshots\Screenshot 2026-04-10 17164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3" y="836712"/>
            <a:ext cx="9082090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38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ramesh\OneDrive\Pictures\Screenshots\Screenshot 2026-04-10 17175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48" y="980727"/>
            <a:ext cx="9091613" cy="505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364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ramesh\OneDrive\Pictures\Screenshots\Screenshot 2026-04-10 17180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029446"/>
            <a:ext cx="9067800" cy="505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864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ramesh\OneDrive\Pictures\Screenshots\Screenshot 2026-04-10 17183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908720"/>
            <a:ext cx="9129712" cy="509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4384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ramesh\OneDrive\Pictures\Screenshots\Screenshot 2026-04-10 17184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" y="890424"/>
            <a:ext cx="9113838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112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</cp:lastModifiedBy>
  <cp:revision>1</cp:revision>
  <dcterms:created xsi:type="dcterms:W3CDTF">2026-04-10T15:50:55Z</dcterms:created>
  <dcterms:modified xsi:type="dcterms:W3CDTF">2026-04-10T15:53:35Z</dcterms:modified>
</cp:coreProperties>
</file>
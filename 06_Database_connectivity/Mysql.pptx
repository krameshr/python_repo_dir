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1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9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75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99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3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22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50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06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37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02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37081-AA7A-446B-874F-E111F0E18438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D99E8-6265-4E59-ADC3-487AB7CC1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32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48" y="906561"/>
            <a:ext cx="8817104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4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68439"/>
            <a:ext cx="8229600" cy="4189485"/>
          </a:xfrm>
        </p:spPr>
      </p:pic>
    </p:spTree>
    <p:extLst>
      <p:ext uri="{BB962C8B-B14F-4D97-AF65-F5344CB8AC3E}">
        <p14:creationId xmlns:p14="http://schemas.microsoft.com/office/powerpoint/2010/main" val="4060939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21" y="1600200"/>
            <a:ext cx="7886558" cy="4525963"/>
          </a:xfrm>
        </p:spPr>
      </p:pic>
    </p:spTree>
    <p:extLst>
      <p:ext uri="{BB962C8B-B14F-4D97-AF65-F5344CB8AC3E}">
        <p14:creationId xmlns:p14="http://schemas.microsoft.com/office/powerpoint/2010/main" val="299870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48432"/>
            <a:ext cx="8229600" cy="4229498"/>
          </a:xfrm>
        </p:spPr>
      </p:pic>
    </p:spTree>
    <p:extLst>
      <p:ext uri="{BB962C8B-B14F-4D97-AF65-F5344CB8AC3E}">
        <p14:creationId xmlns:p14="http://schemas.microsoft.com/office/powerpoint/2010/main" val="400769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42837"/>
            <a:ext cx="8229600" cy="4440688"/>
          </a:xfrm>
        </p:spPr>
      </p:pic>
    </p:spTree>
    <p:extLst>
      <p:ext uri="{BB962C8B-B14F-4D97-AF65-F5344CB8AC3E}">
        <p14:creationId xmlns:p14="http://schemas.microsoft.com/office/powerpoint/2010/main" val="327036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</cp:lastModifiedBy>
  <cp:revision>1</cp:revision>
  <dcterms:created xsi:type="dcterms:W3CDTF">2026-04-08T07:15:15Z</dcterms:created>
  <dcterms:modified xsi:type="dcterms:W3CDTF">2026-04-08T07:18:37Z</dcterms:modified>
</cp:coreProperties>
</file>